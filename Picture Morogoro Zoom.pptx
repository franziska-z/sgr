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7518D1-6CA8-46E9-A574-AB80531A972A}" v="2" dt="2025-08-14T13:24:05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ziska Zollner" userId="31d7a323-19e7-4674-90e2-8e7a3b381ee5" providerId="ADAL" clId="{D37518D1-6CA8-46E9-A574-AB80531A972A}"/>
    <pc:docChg chg="undo custSel addSld delSld modSld">
      <pc:chgData name="Franziska Zollner" userId="31d7a323-19e7-4674-90e2-8e7a3b381ee5" providerId="ADAL" clId="{D37518D1-6CA8-46E9-A574-AB80531A972A}" dt="2025-08-14T13:54:42.525" v="51" actId="14100"/>
      <pc:docMkLst>
        <pc:docMk/>
      </pc:docMkLst>
      <pc:sldChg chg="addSp delSp modSp mod">
        <pc:chgData name="Franziska Zollner" userId="31d7a323-19e7-4674-90e2-8e7a3b381ee5" providerId="ADAL" clId="{D37518D1-6CA8-46E9-A574-AB80531A972A}" dt="2025-08-14T13:54:42.525" v="51" actId="14100"/>
        <pc:sldMkLst>
          <pc:docMk/>
          <pc:sldMk cId="1519913471" sldId="256"/>
        </pc:sldMkLst>
        <pc:picChg chg="add mod ord">
          <ac:chgData name="Franziska Zollner" userId="31d7a323-19e7-4674-90e2-8e7a3b381ee5" providerId="ADAL" clId="{D37518D1-6CA8-46E9-A574-AB80531A972A}" dt="2025-08-14T13:54:22.702" v="46" actId="1076"/>
          <ac:picMkLst>
            <pc:docMk/>
            <pc:sldMk cId="1519913471" sldId="256"/>
            <ac:picMk id="3" creationId="{02C6181B-FE01-EAA1-F893-1B7CF992AB20}"/>
          </ac:picMkLst>
        </pc:picChg>
        <pc:picChg chg="add del">
          <ac:chgData name="Franziska Zollner" userId="31d7a323-19e7-4674-90e2-8e7a3b381ee5" providerId="ADAL" clId="{D37518D1-6CA8-46E9-A574-AB80531A972A}" dt="2025-08-14T13:20:22.804" v="1" actId="22"/>
          <ac:picMkLst>
            <pc:docMk/>
            <pc:sldMk cId="1519913471" sldId="256"/>
            <ac:picMk id="3" creationId="{C4763D8F-2E54-3B46-CFD6-F835FA7CE53B}"/>
          </ac:picMkLst>
        </pc:picChg>
        <pc:picChg chg="add del mod ord">
          <ac:chgData name="Franziska Zollner" userId="31d7a323-19e7-4674-90e2-8e7a3b381ee5" providerId="ADAL" clId="{D37518D1-6CA8-46E9-A574-AB80531A972A}" dt="2025-08-14T13:54:02.752" v="42" actId="478"/>
          <ac:picMkLst>
            <pc:docMk/>
            <pc:sldMk cId="1519913471" sldId="256"/>
            <ac:picMk id="4" creationId="{052696F1-7807-9B38-4562-CBDA4DBA82E8}"/>
          </ac:picMkLst>
        </pc:picChg>
        <pc:picChg chg="del">
          <ac:chgData name="Franziska Zollner" userId="31d7a323-19e7-4674-90e2-8e7a3b381ee5" providerId="ADAL" clId="{D37518D1-6CA8-46E9-A574-AB80531A972A}" dt="2025-08-14T13:24:04.742" v="10" actId="478"/>
          <ac:picMkLst>
            <pc:docMk/>
            <pc:sldMk cId="1519913471" sldId="256"/>
            <ac:picMk id="7" creationId="{32E524A4-248B-9E43-B049-720AA09E3177}"/>
          </ac:picMkLst>
        </pc:picChg>
        <pc:cxnChg chg="mod">
          <ac:chgData name="Franziska Zollner" userId="31d7a323-19e7-4674-90e2-8e7a3b381ee5" providerId="ADAL" clId="{D37518D1-6CA8-46E9-A574-AB80531A972A}" dt="2025-08-14T13:54:42.525" v="51" actId="14100"/>
          <ac:cxnSpMkLst>
            <pc:docMk/>
            <pc:sldMk cId="1519913471" sldId="256"/>
            <ac:cxnSpMk id="9" creationId="{896D8503-9EE5-DA0D-05A0-1D1C2C18F753}"/>
          </ac:cxnSpMkLst>
        </pc:cxnChg>
        <pc:cxnChg chg="mod">
          <ac:chgData name="Franziska Zollner" userId="31d7a323-19e7-4674-90e2-8e7a3b381ee5" providerId="ADAL" clId="{D37518D1-6CA8-46E9-A574-AB80531A972A}" dt="2025-08-14T13:54:40.775" v="50" actId="14100"/>
          <ac:cxnSpMkLst>
            <pc:docMk/>
            <pc:sldMk cId="1519913471" sldId="256"/>
            <ac:cxnSpMk id="10" creationId="{1F09C057-736E-D394-16A1-3967CD6C21CC}"/>
          </ac:cxnSpMkLst>
        </pc:cxnChg>
      </pc:sldChg>
      <pc:sldChg chg="addSp delSp new del mod">
        <pc:chgData name="Franziska Zollner" userId="31d7a323-19e7-4674-90e2-8e7a3b381ee5" providerId="ADAL" clId="{D37518D1-6CA8-46E9-A574-AB80531A972A}" dt="2025-08-14T13:33:12.297" v="41" actId="47"/>
        <pc:sldMkLst>
          <pc:docMk/>
          <pc:sldMk cId="3060852683" sldId="257"/>
        </pc:sldMkLst>
        <pc:spChg chg="del">
          <ac:chgData name="Franziska Zollner" userId="31d7a323-19e7-4674-90e2-8e7a3b381ee5" providerId="ADAL" clId="{D37518D1-6CA8-46E9-A574-AB80531A972A}" dt="2025-08-14T13:20:30.392" v="4" actId="478"/>
          <ac:spMkLst>
            <pc:docMk/>
            <pc:sldMk cId="3060852683" sldId="257"/>
            <ac:spMk id="2" creationId="{1904271E-6CC6-C313-7442-20BCECCCCA85}"/>
          </ac:spMkLst>
        </pc:spChg>
        <pc:spChg chg="del">
          <ac:chgData name="Franziska Zollner" userId="31d7a323-19e7-4674-90e2-8e7a3b381ee5" providerId="ADAL" clId="{D37518D1-6CA8-46E9-A574-AB80531A972A}" dt="2025-08-14T13:20:27.866" v="3" actId="478"/>
          <ac:spMkLst>
            <pc:docMk/>
            <pc:sldMk cId="3060852683" sldId="257"/>
            <ac:spMk id="3" creationId="{D976C678-B12F-5FCB-7074-7AE99A85C641}"/>
          </ac:spMkLst>
        </pc:spChg>
        <pc:picChg chg="add del">
          <ac:chgData name="Franziska Zollner" userId="31d7a323-19e7-4674-90e2-8e7a3b381ee5" providerId="ADAL" clId="{D37518D1-6CA8-46E9-A574-AB80531A972A}" dt="2025-08-14T13:23:37.420" v="6" actId="478"/>
          <ac:picMkLst>
            <pc:docMk/>
            <pc:sldMk cId="3060852683" sldId="257"/>
            <ac:picMk id="5" creationId="{FDE1DF08-2AB3-1F5A-3A74-149254E70DA0}"/>
          </ac:picMkLst>
        </pc:picChg>
        <pc:picChg chg="add">
          <ac:chgData name="Franziska Zollner" userId="31d7a323-19e7-4674-90e2-8e7a3b381ee5" providerId="ADAL" clId="{D37518D1-6CA8-46E9-A574-AB80531A972A}" dt="2025-08-14T13:23:37.837" v="7" actId="22"/>
          <ac:picMkLst>
            <pc:docMk/>
            <pc:sldMk cId="3060852683" sldId="257"/>
            <ac:picMk id="7" creationId="{1D44A549-C5EF-2D07-366E-1252B9110851}"/>
          </ac:picMkLst>
        </pc:picChg>
      </pc:sldChg>
      <pc:sldChg chg="addSp modSp new del">
        <pc:chgData name="Franziska Zollner" userId="31d7a323-19e7-4674-90e2-8e7a3b381ee5" providerId="ADAL" clId="{D37518D1-6CA8-46E9-A574-AB80531A972A}" dt="2025-08-14T13:33:11.627" v="40" actId="47"/>
        <pc:sldMkLst>
          <pc:docMk/>
          <pc:sldMk cId="3647965048" sldId="258"/>
        </pc:sldMkLst>
        <pc:picChg chg="add mod">
          <ac:chgData name="Franziska Zollner" userId="31d7a323-19e7-4674-90e2-8e7a3b381ee5" providerId="ADAL" clId="{D37518D1-6CA8-46E9-A574-AB80531A972A}" dt="2025-08-14T13:24:00.586" v="9"/>
          <ac:picMkLst>
            <pc:docMk/>
            <pc:sldMk cId="3647965048" sldId="258"/>
            <ac:picMk id="4" creationId="{1743E17B-D2AC-F963-9112-AEF2E8FDD6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0CB6B-2561-6824-6C87-2955E143F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F47A63-56E5-EDF7-3C6E-68AE06AAC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615C3-DBF3-53A6-56B8-0173A0DC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DA661A-D312-A4D6-CBE9-C615F767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BD294-8AD3-11E2-67CE-B8E91B273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6157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410D21-B1E0-B46D-526A-C9BC7C9F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51FC6E-1FE3-BF04-0BCE-53B5D40FA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D1407E-E7BB-0090-4C47-2B07701D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F6F7AE-BB41-E2F4-3741-1F54ECFA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D02693-801A-BE95-D942-EF51D0BDF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3367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4CC411-934A-C5BA-22AE-DDF633A8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017E1C-C28A-F678-B971-03D4B7C9D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02D46B-3482-BF48-4DA1-6E248FCB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B5A09-00D8-B674-564B-E38B1AA4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4E791D-E5C1-9F6B-E9CA-9D83EE7B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9536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B3B8D7-B287-1E45-A49B-F4AD48D1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EA95D6-210E-D50E-A33F-906B6EF4D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63FCE8-5C5B-363B-B8A7-3A9E7C049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60AF90-0AD7-FAFC-7471-BC84C2BB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BB8857-2E19-3C85-E062-CC370025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CBEA5A-83B2-1100-FB73-E3DAB7A4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7593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2F84A2-638B-3A1C-A018-66636640C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5E6D9F-8582-EA6E-806C-1DE4CBA3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F75626-EFB3-309F-4C67-AB1F4F58C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210CC6-D93E-AFA9-7790-09F60CA6C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3ED435-B9F8-814E-FEC4-CCB05705C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C2E83BD-91AD-4202-3540-DFE70525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0B622CC-B8A2-4922-4691-9349E65B3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296630A-6A47-B169-D231-1B5476F2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07297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7FD39D-3FED-7897-5E39-942227FB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0E825DB-E1BE-D4EC-5BF7-F5ACAA04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96E6662-A306-F3FC-90FA-A91922C2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EC62BB-778F-0091-3AD1-0C785470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3215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2810B0-3C8F-9633-80B2-FB1B0507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2222DA8-7E31-EE7B-AD95-277E4E40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98EBB1-D694-203C-3885-799D32E7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6667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0D802C-9844-ED71-AA3C-270C72F8C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5D6346-D0FE-05C7-E0ED-5D8AB4037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83C69C-7F9D-0295-C5AC-96E73D4AA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81EC2B-F86E-AE25-0D84-1615B68AA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E20FCF-9E45-FFE5-39D5-3796E8A5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B659AC-14B9-ED0E-01D6-CDAA20F6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5945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8180E-D1EC-E68D-10EF-9C0CE0D75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755AAA-1793-6F25-8A74-D262BC742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EA3FE0-4AA8-15DE-6C86-4C0A3A45C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28B8FB-3782-56C8-B3B7-C2A053C6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82695B-46DC-E574-7533-A6825BB3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07187A-E416-D42E-DD8B-D5E2F403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0814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FEE2E-D59E-320C-2A1A-C235FC55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71BCEF-2AF9-69FB-B464-A9534939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E46A01-ABB1-10BF-DCBF-EDCD9B205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3F0A31-A4AB-1060-61DF-7121C1EB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77C7F3-4AB3-94FB-1C95-585F4C40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977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BC80BC-6361-71DB-D7FE-AAB0F8580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31219A-1FAE-96FD-8998-6142DA9C7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CA050C-006C-2915-B1BA-5EE6B3798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0B87FA-6FBD-9BEE-21A4-CEF41BE5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E118E1-471D-862D-FE55-29E54C4C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6215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6C32919-0FCE-E9FF-FD76-5161DE1C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FFF3D8-3881-B04B-A985-53D056C4A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0CE1E7-EA8A-9C8E-43A1-3373E54AD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A0403-060C-4EA6-AE29-39DE7E1B692F}" type="datetimeFigureOut">
              <a:rPr lang="en-CH" smtClean="0"/>
              <a:t>14/08/2025</a:t>
            </a:fld>
            <a:endParaRPr lang="en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6477B9-56FD-4046-A0C8-51D380081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BE9A62-9824-5105-364A-3B3B12BB5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D450F-F9CB-409A-BED5-ACFAF6CCBC91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1734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2C6181B-FE01-EAA1-F893-1B7CF992A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7062"/>
            <a:ext cx="11177016" cy="5650114"/>
          </a:xfrm>
          <a:prstGeom prst="rect">
            <a:avLst/>
          </a:prstGeom>
        </p:spPr>
      </p:pic>
      <p:pic>
        <p:nvPicPr>
          <p:cNvPr id="5" name="Image 4" descr="Une image contenant Photographie aérienne, carte, Vue plongeante, carrefour&#10;&#10;Le contenu généré par l’IA peut être incorrect.">
            <a:extLst>
              <a:ext uri="{FF2B5EF4-FFF2-40B4-BE49-F238E27FC236}">
                <a16:creationId xmlns:a16="http://schemas.microsoft.com/office/drawing/2014/main" id="{9DD0B81E-13DD-6A51-4B69-8A1DEF779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51" y="0"/>
            <a:ext cx="3968750" cy="3242720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96D8503-9EE5-DA0D-05A0-1D1C2C18F753}"/>
              </a:ext>
            </a:extLst>
          </p:cNvPr>
          <p:cNvCxnSpPr>
            <a:cxnSpLocks/>
          </p:cNvCxnSpPr>
          <p:nvPr/>
        </p:nvCxnSpPr>
        <p:spPr>
          <a:xfrm flipV="1">
            <a:off x="4775199" y="0"/>
            <a:ext cx="3448052" cy="5283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F09C057-736E-D394-16A1-3967CD6C21CC}"/>
              </a:ext>
            </a:extLst>
          </p:cNvPr>
          <p:cNvCxnSpPr>
            <a:cxnSpLocks/>
          </p:cNvCxnSpPr>
          <p:nvPr/>
        </p:nvCxnSpPr>
        <p:spPr>
          <a:xfrm flipV="1">
            <a:off x="4775200" y="3242720"/>
            <a:ext cx="7416800" cy="2040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9134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Franziska Zollner</dc:creator>
  <cp:lastModifiedBy>Franziska Zollner</cp:lastModifiedBy>
  <cp:revision>1</cp:revision>
  <dcterms:created xsi:type="dcterms:W3CDTF">2025-07-11T13:28:26Z</dcterms:created>
  <dcterms:modified xsi:type="dcterms:W3CDTF">2025-08-14T13:54:51Z</dcterms:modified>
</cp:coreProperties>
</file>